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9" r:id="rId3"/>
    <p:sldId id="267" r:id="rId4"/>
    <p:sldId id="268" r:id="rId5"/>
    <p:sldId id="269" r:id="rId6"/>
    <p:sldId id="271" r:id="rId7"/>
    <p:sldId id="273" r:id="rId8"/>
    <p:sldId id="275" r:id="rId9"/>
    <p:sldId id="278" r:id="rId10"/>
    <p:sldId id="276" r:id="rId11"/>
    <p:sldId id="277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6/20/2026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7948" y="332656"/>
            <a:ext cx="9577064" cy="268012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ACADEMY PORTAL</a:t>
            </a:r>
            <a:br>
              <a:rPr lang="en-IN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0957" y="4128891"/>
            <a:ext cx="7516442" cy="1244325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– 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Amrutha_2520080066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Charishma_2520090214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2A3D97A-2775-385C-A8BD-A97EC09BA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12" y="3168352"/>
            <a:ext cx="3898322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3E56D7-8663-D7E2-E20B-CBF161E8A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5" y="116632"/>
            <a:ext cx="10081121" cy="662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93436" y="1988840"/>
            <a:ext cx="9782801" cy="457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Academy Portal is a web application for managing flight academy admissions.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students with an easy way to register and apply online.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simplifies the admission process and improves accessibility.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82488-BF06-4316-A124-71F23553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1916832"/>
            <a:ext cx="9782801" cy="457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admission processes require more time and effort.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find it difficult to track application status.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records manually can lead to errors.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9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539667" y="1916832"/>
            <a:ext cx="9890337" cy="4572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online registration facility.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login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admission application process.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track application status.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33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597459" y="1844824"/>
            <a:ext cx="9782801" cy="4572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 DOM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72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EDFE-08EB-A2FB-2A60-B016829F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64038-9F7B-D743-7C0A-097B9D8AE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639" y="1790035"/>
            <a:ext cx="9782801" cy="5080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Submission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Scheduling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</a:t>
            </a:r>
          </a:p>
        </p:txBody>
      </p:sp>
    </p:spTree>
    <p:extLst>
      <p:ext uri="{BB962C8B-B14F-4D97-AF65-F5344CB8AC3E}">
        <p14:creationId xmlns:p14="http://schemas.microsoft.com/office/powerpoint/2010/main" val="91809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84E8-0E3A-F69E-8F6C-76D0C42F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422CC-11FA-12CE-7F1E-7A8D27824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1700808"/>
            <a:ext cx="9782801" cy="457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academy information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navigation to portal features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user panel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applications and services </a:t>
            </a:r>
          </a:p>
        </p:txBody>
      </p:sp>
    </p:spTree>
    <p:extLst>
      <p:ext uri="{BB962C8B-B14F-4D97-AF65-F5344CB8AC3E}">
        <p14:creationId xmlns:p14="http://schemas.microsoft.com/office/powerpoint/2010/main" val="21338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42564A-99B7-60E9-B99A-15EC4BC6376D}"/>
              </a:ext>
            </a:extLst>
          </p:cNvPr>
          <p:cNvSpPr txBox="1"/>
          <p:nvPr/>
        </p:nvSpPr>
        <p:spPr>
          <a:xfrm>
            <a:off x="1341884" y="620688"/>
            <a:ext cx="792088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application submission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status tracking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slot booking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management</a:t>
            </a:r>
          </a:p>
        </p:txBody>
      </p:sp>
    </p:spTree>
    <p:extLst>
      <p:ext uri="{BB962C8B-B14F-4D97-AF65-F5344CB8AC3E}">
        <p14:creationId xmlns:p14="http://schemas.microsoft.com/office/powerpoint/2010/main" val="3017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285A-B283-B2CF-D122-1AC28AA5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435" y="116632"/>
            <a:ext cx="9782801" cy="1239837"/>
          </a:xfrm>
        </p:spPr>
        <p:txBody>
          <a:bodyPr/>
          <a:lstStyle/>
          <a:p>
            <a:r>
              <a:rPr lang="en-IN" dirty="0"/>
              <a:t>KEY FEATURES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D242-9166-196C-AF3C-E7C9B5F4D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1579983"/>
            <a:ext cx="9782801" cy="5257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Registration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Submission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Scheduling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Accessibility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82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BCA7-A758-43D3-30F3-5492FE887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BB859-75DF-6249-CBBA-E3EF9484F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600200"/>
            <a:ext cx="10034353" cy="508000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Academy Portal provides a modern solution for admission management.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registration, application, and test scheduling.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efficiency and enhances user experience. 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Gateway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1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90</TotalTime>
  <Words>258</Words>
  <Application>Microsoft Office PowerPoint</Application>
  <PresentationFormat>Custom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Euphemia</vt:lpstr>
      <vt:lpstr>Times New Roman</vt:lpstr>
      <vt:lpstr>Math 16x9</vt:lpstr>
      <vt:lpstr>FLIGHT ACADEMY PORTAL </vt:lpstr>
      <vt:lpstr>PowerPoint Presentation</vt:lpstr>
      <vt:lpstr>INTRODUCTION</vt:lpstr>
      <vt:lpstr>PROBLEM STATEMENT</vt:lpstr>
      <vt:lpstr>OBJECTIVES</vt:lpstr>
      <vt:lpstr>TECHNOLOGIES USED</vt:lpstr>
      <vt:lpstr>SYSTEM ARCHITECTURE</vt:lpstr>
      <vt:lpstr>MAIN MODULES</vt:lpstr>
      <vt:lpstr>PowerPoint Presentation</vt:lpstr>
      <vt:lpstr>KEY FEATURES &amp; 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Geyasree</dc:creator>
  <cp:lastModifiedBy>Nekkanti Geyasree</cp:lastModifiedBy>
  <cp:revision>3</cp:revision>
  <dcterms:created xsi:type="dcterms:W3CDTF">2026-06-19T16:19:38Z</dcterms:created>
  <dcterms:modified xsi:type="dcterms:W3CDTF">2026-06-20T04:29:09Z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